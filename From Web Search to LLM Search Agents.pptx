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a1c-3922-8b2b-8000-0000d74f8f5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a2c-d9b2-896d-8000-00001a2e78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a2a-9412-8bfd-8000-000092b4ea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a31-3252-8ffc-8000-000065a37e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a2e-4df2-83d5-8000-0000b957a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a29-ec92-8de3-8000-0000f6b6452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a41-1a82-8562-8000-00001d3a25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a47-8542-815c-8000-0000643d85f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a4a-3752-8055-8000-0000a4251d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a40-78c2-85bf-8000-000075d412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a3f-b322-8197-8000-0000335d0f3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a68-6d12-8882-8000-0000d0c1dd1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Web Search to LLM Search Agents</dc:title>
  <dc:subject>From Web Search to LLM Search Agents</dc:subject>
  <dc:creator>Kimi</dc:creator>
  <cp:lastModifiedBy>Kimi</cp:lastModifiedBy>
  <cp:revision>1</cp:revision>
  <dcterms:created xsi:type="dcterms:W3CDTF">2025-12-03T09:59:01Z</dcterms:created>
  <dcterms:modified xsi:type="dcterms:W3CDTF">2025-12-03T09:59:01Z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{"Label":"From Web Search to LLM Search Agents","ContentProducer":"001191110108MACG2KBH8F10000","ProduceID":"d4o0gofgt7e6bfhmb0j0","ReservedCode1":"","ContentPropagator":"001191110108MACG2KBH8F20000","PropagateID":"d4o0gofgt7e6bfhmb0j0","ReservedCode2":""}</vt:lpwstr>
  </property>
</Properties>
</file>